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Default Extension="png" ContentType="image/png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2025-07-28T05:10:42Z</dcterms:created>
  <dcterms:modified xsi:type="dcterms:W3CDTF">2025-07-28T05:10:42Z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2025-07-22T00:00:00Z</vt:filetime>
  </property>
  <property fmtid="{D5CDD505-2E9C-101B-9397-08002B2CF9AE}" pid="3" name="LastSaved">
    <vt:filetime>2025-07-22T00:00:00Z</vt:filetime>
  </property>
</Properties>
</file>